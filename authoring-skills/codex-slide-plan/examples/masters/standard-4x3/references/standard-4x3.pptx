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</Types>
</file>

<file path=_rels/.rels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>
  <p:sldMasterIdLst>
    <p:sldMasterId id="2147483648" r:id="rId1"/>
  </p:sldMasterIdLst>
  <p:sldIdLst>
    <p:sldId id="256" r:id="rId2"/>
  </p:sldIdLst>
  <p:sldSz cx="9144000" cy="6858000"/>
  <p:notesSz cx="6858000" cy="9144000"/>
</p:presentation>
</file>

<file path=ppt/_rels/presentation.xml.rels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obj" preserve="1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Relationship Id="rId3" Type="http://schemas.openxmlformats.org/officeDocument/2006/relationships/image" Target="../media/logo.png"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 name="Fixture master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ster title"/>
          <p:cNvSpPr/>
          <p:nvPr>
            <p:ph type="title" idx="2"/>
          </p:nvPr>
        </p:nvSpPr>
        <p:spPr>
          <a:xfrm>
            <a:off x="731520" y="685800"/>
            <a:ext cx="6949440" cy="10287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r>
              <a:rPr lang="en-US" sz="3200">
                <a:solidFill>
                  <a:srgbClr val="182c46"/>
                </a:solidFill>
                <a:latin typeface="Arial"/>
              </a:rPr>
              <a:t>Click to edit master title</a:t>
            </a:r>
            <a:endParaRPr lang="en-US" sz="3200"/>
          </a:p>
        </p:txBody>
      </p:sp>
      <p:sp>
        <p:nvSpPr>
          <p:cNvPr id="3" name="Master body"/>
          <p:cNvSpPr/>
          <p:nvPr>
            <p:ph type="body" idx="3"/>
          </p:nvPr>
        </p:nvSpPr>
        <p:spPr>
          <a:xfrm>
            <a:off x="731520" y="2400300"/>
            <a:ext cx="6949440" cy="26060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r>
              <a:rPr lang="en-US" sz="2200">
                <a:solidFill>
                  <a:srgbClr val="182c46"/>
                </a:solidFill>
                <a:latin typeface="Arial"/>
              </a:rPr>
              <a:t>Click to edit master body</a:t>
            </a:r>
            <a:endParaRPr lang="en-US" sz="2200"/>
          </a:p>
        </p:txBody>
      </p:sp>
      <p:pic>
        <p:nvPicPr>
          <p:cNvPr id="4" name="Synthetic fixture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548640"/>
            <a:ext cx="457200" cy="457200"/>
          </a:xfrm>
          <a:prstGeom prst="rect">
            <a:avLst/>
          </a:prstGeom>
        </p:spPr>
      </p:pic>
    </p:spTree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</p:sldLayoutIdLst>
  <p:txStyles>
    <p:titleStyle/>
    <p:bodyStyle/>
    <p:otherStyle/>
  </p:txStyles>
</p:sldMaster>
</file>

<file path=ppt/slides/_rels/slide1.xml.rels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/>
          <p:nvPr>
            <p:ph type="title" idx="2"/>
          </p:nvPr>
        </p:nvSpPr>
        <p:spPr>
          <a:xfrm>
            <a:off x="731520" y="685800"/>
            <a:ext cx="6949440" cy="10287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r>
              <a:rPr lang="en-US" sz="3200">
                <a:solidFill>
                  <a:srgbClr val="182c46"/>
                </a:solidFill>
                <a:latin typeface="Arial"/>
              </a:rPr>
              <a:t>Master reference fixture</a:t>
            </a:r>
            <a:endParaRPr lang="en-US" sz="3200"/>
          </a:p>
        </p:txBody>
      </p:sp>
      <p:sp>
        <p:nvSpPr>
          <p:cNvPr id="3" name="Slide body"/>
          <p:cNvSpPr/>
          <p:nvPr>
            <p:ph type="body" idx="3"/>
          </p:nvPr>
        </p:nvSpPr>
        <p:spPr>
          <a:xfrm>
            <a:off x="731520" y="2400300"/>
            <a:ext cx="6949440" cy="26060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r>
              <a:rPr lang="en-US" sz="2200">
                <a:solidFill>
                  <a:srgbClr val="182c46"/>
                </a:solidFill>
                <a:latin typeface="Arial"/>
              </a:rPr>
              <a:t>A synthetic fixture for geometry and color checks.</a:t>
            </a:r>
            <a:endParaRPr lang="en-US" sz="2200"/>
          </a:p>
          <a:p>
            <a:r>
              <a:rPr lang="en-US" sz="2200">
                <a:solidFill>
                  <a:srgbClr val="182c46"/>
                </a:solidFill>
                <a:latin typeface="Arial"/>
              </a:rPr>
              <a:t>Compare the source master with the HTML design.</a:t>
            </a:r>
            <a:endParaRPr lang="en-US" sz="22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ynthetic fixture">
  <a:themeElements>
    <a:clrScheme name="Fixture">
      <a:dk1>
        <a:srgbClr val="182c46"/>
      </a:dk1>
      <a:lt1>
        <a:srgbClr val="f8fafc"/>
      </a:lt1>
      <a:dk2>
        <a:srgbClr val="54647a"/>
      </a:dk2>
      <a:lt2>
        <a:srgbClr val="FFFFFF"/>
      </a:lt2>
      <a:accent1>
        <a:srgbClr val="c54163"/>
      </a:accent1>
      <a:accent2>
        <a:srgbClr val="365C85"/>
      </a:accent2>
      <a:accent3>
        <a:srgbClr val="39856C"/>
      </a:accent3>
      <a:accent4>
        <a:srgbClr val="8C6DB1"/>
      </a:accent4>
      <a:accent5>
        <a:srgbClr val="B7862A"/>
      </a:accent5>
      <a:accent6>
        <a:srgbClr val="7A8B9D"/>
      </a:accent6>
      <a:hlink>
        <a:srgbClr val="145FCC"/>
      </a:hlink>
      <a:folHlink>
        <a:srgbClr val="743BA0"/>
      </a:folHlink>
    </a:clrScheme>
    <a:fontScheme name="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Fixture">
      <a:fillStyleLst>
        <a:solidFill>
          <a:schemeClr val="phClr"/>
        </a:solidFill>
      </a:fillStyleLst>
      <a:lnStyleLst>
        <a:ln w="6350">
          <a:solidFill>
            <a:schemeClr val="phClr"/>
          </a:solidFill>
          <a:prstDash val="solid"/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